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1148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USER MANUAL RECYCLEFY</a:t>
            </a:r>
          </a:p>
          <a:p>
            <a:pPr>
              <a:spcAft>
                <a:spcPts val="2400"/>
              </a:spcAft>
              <a:defRPr sz="2000">
                <a:solidFill>
                  <a:srgbClr val="A5D6A7"/>
                </a:solidFill>
              </a:defRPr>
            </a:pPr>
            <a:r>
              <a:t>Panduan Pengguna Komprehensif &amp; Sistem Pengelolaan Sampah Terpadu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🌱 Fitur Penyetoran Sampah | 🪙 Sistem Poin Koin | 🏭 Produksi Daur Ulang | 🛒 Toko Eco-Friendly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03520"/>
            <a:ext cx="3291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4D3E"/>
                </a:solidFill>
              </a:defRPr>
            </a:pPr>
            <a:r>
              <a:t>Modul Pengguna (User)</a:t>
            </a:r>
          </a:p>
          <a:p>
            <a:pPr>
              <a:defRPr sz="950">
                <a:solidFill>
                  <a:srgbClr val="0F291E"/>
                </a:solidFill>
              </a:defRPr>
            </a:pPr>
            <a:r>
              <a:t>Masyarakat umum menyetor sampah &amp; menukar koin dengan produk.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5303520"/>
            <a:ext cx="3291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4D3E"/>
                </a:solidFill>
              </a:defRPr>
            </a:pPr>
            <a:r>
              <a:t>Modul Admin Wilayah</a:t>
            </a:r>
          </a:p>
          <a:p>
            <a:pPr>
              <a:defRPr sz="950">
                <a:solidFill>
                  <a:srgbClr val="0F291E"/>
                </a:solidFill>
              </a:defRPr>
            </a:pPr>
            <a:r>
              <a:t>Mengelola stok sampah daerah, verifikasi, &amp; memproduksi barang daur ulang.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5303520"/>
            <a:ext cx="3291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4D3E"/>
                </a:solidFill>
              </a:defRPr>
            </a:pPr>
            <a:r>
              <a:t>Modul Super Admin</a:t>
            </a:r>
          </a:p>
          <a:p>
            <a:pPr>
              <a:defRPr sz="950">
                <a:solidFill>
                  <a:srgbClr val="0F291E"/>
                </a:solidFill>
              </a:defRPr>
            </a:pPr>
            <a:r>
              <a:t>Manajemen master data, resep daur ulang, &amp; pengawasan ekosistem pusat.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Daftar Isi &amp; Panduan Navigasi Manual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DOKUMEN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2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B4D3E"/>
                </a:solidFill>
              </a:defRPr>
            </a:pPr>
            <a:r>
              <a:t>01. PERSIAPAN &amp; AUTENTIKASI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Proses Pendaftaran Akun, Login, &amp; Pengalihan Hak Akses Berdasarkan Role User.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📍 Terletak pada: Slide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B4D3E"/>
                </a:solidFill>
              </a:defRPr>
            </a:pPr>
            <a:r>
              <a:t>02. MODUL PENGGUNA (USER)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Setor Sampah, Pelacakan Laporan, Belanja Toko Daur Ulang, Checkout, &amp; Profil.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📍 Terletak pada: Slide 5 - 11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B4D3E"/>
                </a:solidFill>
              </a:defRPr>
            </a:pPr>
            <a:r>
              <a:t>03. MODUL ADMIN WILAYAH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Verifikasi Sampah Warga, Stok Wilayah, Eksekusi Produksi, &amp; Kiriman Pusat.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📍 Terletak pada: Slide 12 - 16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2608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B4D3E"/>
                </a:solidFill>
              </a:defRPr>
            </a:pPr>
            <a:r>
              <a:t>04. MODUL SUPER ADMIN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Executive Dashboard, Master Wilayah/Sampah, Kelola Resep, Stok Pusat, &amp; User.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📍 Terletak pada: Slide 17 - 22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B4D3E"/>
                </a:solidFill>
              </a:defRPr>
            </a:pPr>
            <a:r>
              <a:t>05. TROUBLESHOOTING &amp; FAQ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Solusi Penanganan Masalah Umum, Penolakan Laporan, &amp; Pertanyaan Koin.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📍 Terletak pada: Slide 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B4D3E"/>
                </a:solidFill>
              </a:defRPr>
            </a:pPr>
            <a:r>
              <a:t>06. DAMPAK LINGKUNGAN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Analisis Kontribusi Ekologis &amp; Penutup Transisi Ekonomi Sirkular.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📍 Terletak pada: Slide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Arsitektur Ekosistem &amp; Matriks Peran Pengguna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KONSEP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3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1B4D3E"/>
                </a:solidFill>
              </a:defRPr>
            </a:pPr>
            <a:r>
              <a:t>🔄 Alur Sirkular Pengelolaan Sampah Recyclefy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• 1. Penyetoran Sampah oleh Warga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  Masyarakat menginput jenis, berat, &amp; foto sampah via aplikasi.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• 2. Verifikasi oleh Admin Wilayah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  Admin mengecek keabsahan fisik sampah &amp; mentransfer Poin Koin.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• 3. Pengolahan &amp; Produksi Daur Ulang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  Sampah diproses menjadi produk olahan berbasis Resep Standar.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• 4. Pengiriman Stok ke Pusat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  Admin Wilayah mengirim hasil produksi ke Gudang Pusat Super Admin.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• 5. Penukaran Produk di Toko</a:t>
            </a:r>
          </a:p>
          <a:p>
            <a:pPr>
              <a:spcAft>
                <a:spcPts val="600"/>
              </a:spcAft>
              <a:defRPr sz="1050">
                <a:solidFill>
                  <a:srgbClr val="0F291E"/>
                </a:solidFill>
              </a:defRPr>
            </a:pPr>
            <a:r>
              <a:t>  User menggunakan Poin Koin untuk menukar barang daur ulang favorit.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1B4D3E"/>
                </a:solidFill>
              </a:defRPr>
            </a:pPr>
            <a:r>
              <a:t>👥 Matriks Hak Akses &amp; Peran Pengguna</a:t>
            </a:r>
          </a:p>
          <a:p>
            <a:pPr>
              <a:defRPr sz="1200" b="1">
                <a:solidFill>
                  <a:srgbClr val="1B4D3E"/>
                </a:solidFill>
              </a:defRPr>
            </a:pPr>
            <a:r>
              <a:t>👤 USER (Masyarakat Umum)</a:t>
            </a:r>
          </a:p>
          <a:p>
            <a:pPr>
              <a:spcAft>
                <a:spcPts val="1000"/>
              </a:spcAft>
              <a:defRPr sz="1050">
                <a:solidFill>
                  <a:srgbClr val="0F291E"/>
                </a:solidFill>
              </a:defRPr>
            </a:pPr>
            <a:r>
              <a:t>Akses ke formulir setor sampah, monitoring status laporan, katalog toko daur ulang, checkout barang, riwayat koin, &amp; edit profil.</a:t>
            </a:r>
          </a:p>
          <a:p>
            <a:pPr>
              <a:defRPr sz="1200" b="1">
                <a:solidFill>
                  <a:srgbClr val="1B4D3E"/>
                </a:solidFill>
              </a:defRPr>
            </a:pPr>
            <a:r>
              <a:t>🏢 ADMIN WILAYAH (Depo Daerah)</a:t>
            </a:r>
          </a:p>
          <a:p>
            <a:pPr>
              <a:spcAft>
                <a:spcPts val="1000"/>
              </a:spcAft>
              <a:defRPr sz="1050">
                <a:solidFill>
                  <a:srgbClr val="0F291E"/>
                </a:solidFill>
              </a:defRPr>
            </a:pPr>
            <a:r>
              <a:t>Verifikasi laporan penyetoran warga, manajemen stok bahan baku regional, eksekusi produksi barang, &amp; pengiriman barang ke pusat.</a:t>
            </a:r>
          </a:p>
          <a:p>
            <a:pPr>
              <a:defRPr sz="1200" b="1">
                <a:solidFill>
                  <a:srgbClr val="1B4D3E"/>
                </a:solidFill>
              </a:defRPr>
            </a:pPr>
            <a:r>
              <a:t>👑 SUPER ADMIN (Pengelola Pusat)</a:t>
            </a:r>
          </a:p>
          <a:p>
            <a:pPr>
              <a:spcAft>
                <a:spcPts val="1000"/>
              </a:spcAft>
              <a:defRPr sz="1050">
                <a:solidFill>
                  <a:srgbClr val="0F291E"/>
                </a:solidFill>
              </a:defRPr>
            </a:pPr>
            <a:r>
              <a:t>Hak akses penuh (Global Analytics, Kelola Wilayah, Master Sampah, Formulasi Resep Daur Ulang, Konfirmasi Stok Pusat, Transaksi, &amp; User).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Panduan Autentikasi: Pendaftaran &amp; Login Akun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AUTENTIKASI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4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Pendaftaran &amp; Masuk ke Aplikasi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Akses penuh ke sistem Recyclefy memerlukan autentikasi terenkripsi NextAuth.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Pembuatan Akun Baru (Register)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Klik 'Daftar Sekarang' di halaman login. Isi nama lengkap, email valid, nomor HP, password, dan alamat domisili.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Proses Log In Akun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Masukkan email dan password terdaftar pada form login, lalu tekan tombol 'Login'.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Pengalihan Peran (Smart Role Routing)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Sistem secara otomatis mengarahkan Pengguna ke dashboard sesuai hak akses (User -&gt; /user/home, Admin -&gt; /admin/dashboard, Super Admin -&gt; /superadmin/dashboard).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Pastikan menggunakan email aktif agar riwayat penyetoran sampah dan penerimaan koin tercatat secara permanen di akun 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https://recyclefy.com/app/01_login</a:t>
            </a:r>
          </a:p>
        </p:txBody>
      </p:sp>
      <p:pic>
        <p:nvPicPr>
          <p:cNvPr id="15" name="Picture 14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Halaman Login &amp; Pilihan Autentikasi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Pengguna: Dashboard Utama (Home)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5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Pusat Informasi &amp; Navigasi Pengguna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Dashboard Home memberikan ringkasan instan aktivitas pengelolaan sampah Anda.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Informasi Saldo Poin Koin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Menampilkan jumlah koin terkumpul dari hasil penyetoran sampah yang dapat ditukarkan di Toko Daur Ulang.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Statistik Total Setor Sampah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Ringkasan total berat (kg) dan frekuensi penyetoran sampah yang telah diverifikasi oleh Admin Wilayah.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Edukasi &amp; Banner Informasi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Memuat informasi jenis sampah yang bernilai tinggi serta tips pemilahan sampah organik dan anorganik dari rumah.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Periksa saldo koin Anda secara berkala di bagian header atas halaman untuk mengetahui kesiapan penukaran hadiah.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https://recyclefy.com/app/03_user_home</a:t>
            </a:r>
          </a:p>
        </p:txBody>
      </p:sp>
      <p:pic>
        <p:nvPicPr>
          <p:cNvPr id="15" name="Picture 14" descr="03_use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Dashboard Utama Pengguna (/user/home)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Pengguna: Formulir Setor Sampah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6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Tata Cara Mengajukan Penyetoran Sampah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Formulir penyetoran sampah digunakan warga untuk melaporkan sampah terpisah.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Pilih Jenis Sampah &amp; Wilayah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Pilih kategori sampah (Plastik, Kertas, Logam, Kaca) dan pilih Wilayah Depo Penampungan terdekat dari lokasi Anda.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Input Estimasi Berat &amp; Kuantitas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Masukkan perkiraan berat sampah (dalam kg) serta jumlah unit barang sampah yang akan disetorkan.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Unggah Foto Bukti Sampah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Upload foto jelas fisik sampah yang sudah dipilah untuk memudahkan verifikasi oleh Admin Depo Wilayah.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Pastikan foto sampah terlihat jelas dan tidak kabur agar proses verifikasi oleh Admin Wilayah berjalan lebih cepat.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https://recyclefy.com/app/04_user_setor</a:t>
            </a:r>
          </a:p>
        </p:txBody>
      </p:sp>
      <p:pic>
        <p:nvPicPr>
          <p:cNvPr id="15" name="Picture 14" descr="04_user_se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Formulir Input Setor Sampah (/user/setor)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Pengguna: Monitoring Status Setoran Sampah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7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Pelacakan &amp; Riwayat Laporan Sampah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Pantau perkembangan status verifikasi penyetoran sampah Anda secara real-time.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Status MENUNGGU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Laporan penyetoran sampah berhasil dikirim dan berada di antrean pemeriksaan Admin Wilayah.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Status DIPROSES / SELESAI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Admin telah menimbang dan mengonfirmasi sampah. Saldo koin otomatis ditambahkan ke akun Anda.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Detail Koin Diberikan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Menampilkan jumlah pasti koin reward yang diperoleh berdasarkan tarif per kg jenis sampah tersebut.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Jika laporan dalam status MENUNGGU lebih dari 1x24 jam, Anda dapat menghubungi Admin Depo Wilayah terkait.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https://recyclefy.com/app/05_user_setoran_sampah</a:t>
            </a:r>
          </a:p>
        </p:txBody>
      </p:sp>
      <p:pic>
        <p:nvPicPr>
          <p:cNvPr id="15" name="Picture 14" descr="05_user_setoran_samp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Tabel Riwayat Setoran Sampah (/user/setoran-sampah)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Pengguna: Toko Daur Ulang (Katalog)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8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Eksplorasi &amp; Penukaran Produk Eco-Friendly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Toko Daur Ulang menyediakan produk olahan kreatif dari sampah yang disetor warga.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Menjelajahi Katalog Barang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Lihat daftar produk daur ulang berkualitas tinggi seperti Tas Daur Ulang, Pot Plastik, &amp; Hiasan Kerajinan.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Informasi Harga Koin &amp; Stok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Setiap produk memiliki nominal koin yang dibutuhkan serta indikator jumlah koin dan stok tersedia.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Tombol Tukar / Beli Produk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Pilih produk yang diinginkan lalu tekan 'Tukar dengan Koin' untuk melanjutkan ke proses checkout pengiriman.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Produk yang ditampilkan diproduksi langsung dari bahan sampah daur ulang oleh Depo Wilayah Recyclefy.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https://recyclefy.com/app/06_user_toko</a:t>
            </a:r>
          </a:p>
        </p:txBody>
      </p:sp>
      <p:pic>
        <p:nvPicPr>
          <p:cNvPr id="15" name="Picture 14" descr="06_user_tok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Katalog Produk Toko Daur Ulang (/user/toko)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Pengguna: Proses Checkout &amp; Pengiriman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9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Konfirmasi Pesanan &amp; Detail Alamat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Lengkapi data penerima untuk pengiriman produk daur ulang ke rumah Anda.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Pengisian Data Penerima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Masukkan Nama Lengkap Penerima dan Nomor Telepon/WhatsApp aktif yang dapat dihubungi kurir pengiriman.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Alamat Lengkap Pengiriman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Tuliskan alamat domisili lengkap beserta RT/RW, Kelurahan, dan Kode Pos untuk kelancaran kurir.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Konfirmasi Pembayaran Koin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Sistem memotong saldo koin sesuai total harga produk dan membuat invoice transaksi resmi.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Pastikan saldo koin Anda mencukupi sebelum menekan tombol konfirmasi pesanan akhir.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https://recyclefy.com/app/07_user_checkout</a:t>
            </a:r>
          </a:p>
        </p:txBody>
      </p:sp>
      <p:pic>
        <p:nvPicPr>
          <p:cNvPr id="15" name="Picture 14" descr="07_user_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Form Checkout &amp; Detail Pengiriman (/user/checkout)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Pengguna: Riwayat Pembelian &amp; Pelacakan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10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Pelacakan Transaksi &amp; Status Barang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Pantau status pemrosesan dan pengiriman barang daur ulang yang telah Anda tukar.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Status DIPESAN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Pesanan telah diterima oleh Super Admin Pusat dan dalam proses penyiapan barang dari gudang.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Status DIKIRIM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Barang sedang dalam perjalanan menuju alamat pengiriman oleh tim kurir Recyclefy.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Status SELESAI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Barang telah sampai di lokasi tujuan dan dikonfirmasi diterima oleh Pengguna.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Tunjukkan bukti transaksi riwayat ini kepada kurir apabila diperlukan konfirmasi penerimaan di lokasi.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https://recyclefy.com/app/08_user_riwayat_beli</a:t>
            </a:r>
          </a:p>
        </p:txBody>
      </p:sp>
      <p:pic>
        <p:nvPicPr>
          <p:cNvPr id="15" name="Picture 14" descr="08_user_riwayat_be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Halaman Riwayat Pembelian (/user/riwayat-beli)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Pengguna: Log Aktivitas Koin &amp; Profil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11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Transparansi Koin &amp; Pengaturan Akun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Kelola data pribadi dan audit riwayat pemasukan serta pengeluaran koin Anda.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Log Transparansi Riwayat Koin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Menampilkan riwayat lengkap penambahan koin dari penyetoran sampah dan pengurangan koin saat penukaran produk.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Pembaruan Foto Profil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Unggah foto profil terbaru untuk memperbarui identitas visual akun Anda.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Pengaturan Kontak &amp; Alamat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Ubah nomor telepon dan alamat default agar mempermudah transaksi penyetoran di masa mendatang.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Setiap mutasi koin dilengkapi dengan tanggal dan keterangan sumber transaksi secara terperinci.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https://recyclefy.com/app/10_user_profile</a:t>
            </a:r>
          </a:p>
        </p:txBody>
      </p:sp>
      <p:pic>
        <p:nvPicPr>
          <p:cNvPr id="15" name="Picture 14" descr="10_us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Halaman Profil &amp; Pengaturan Akun (/user/profile)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Admin Wilayah: Dashboard Pengolahan Regional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 WILAYAH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12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Pusat Kendali Operasional Depo Wilayah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Admin Wilayah bertanggung jawab mengelola penerimaan &amp; pengolahan sampah regional.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Monitoring Sampah Masuk Wilayah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Melihat akumulasi total sampah yang telah disetorkan oleh masyarakat di wilayah tugasnya.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Metrik Stok Bahan Baku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Memantau ketersediaan bahan baku sampah terpilah yang siap diproduksi menjadi barang daur ulang.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Ringkasan Aktivitas Produksi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Memantau status barang yang sedang diproduksi serta riwayat pengiriman produk ke Gudang Pusat Super Admin.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Admin Wilayah wajib memeriksa laporan masuk setiap hari untuk menghindari penumpukan antrean di depo daerah.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https://recyclefy.com/app/11_admin_dashboard</a:t>
            </a:r>
          </a:p>
        </p:txBody>
      </p:sp>
      <p:pic>
        <p:nvPicPr>
          <p:cNvPr id="15" name="Picture 14" descr="11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Dashboard Admin Wilayah (/admin/dashboard)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Admin Wilayah: Verifikasi Laporan Sampah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 WILAYAH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13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Pemeriksaan Fisik &amp; Persetujuan Koin Warga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Proses validasi penyetoran sampah warga sebelum koin reward ditransfer.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Pemeriksaan Foto &amp; Berat Fisik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Cocokkan foto sampah yang diunggah warga dengan fisik sampah asli saat diterima di Depo.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Input Berat Presisi &amp; Poin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Admin dapat menyesuaikan berat real hasil penimbangan presisi di lokasi sebelum menyetujui laporan.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Persetujuan &amp; Reward Koin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Tekan 'Setujui' untuk mengubah status laporan menjadi SELESAI dan mentransfer koin ke dompet user secara otomatis.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Bila sampah tidak sesuai kriteria daur ulang (misal: basah/bercampur), Admin berhak menolak laporan dengan catatan jelas.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https://recyclefy.com/app/12_admin_riwayat_sampah</a:t>
            </a:r>
          </a:p>
        </p:txBody>
      </p:sp>
      <p:pic>
        <p:nvPicPr>
          <p:cNvPr id="15" name="Picture 14" descr="12_admin_riwayat_samp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Tabel Verifikasi Sampah Warga (/admin/riwayat-sampah)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Admin Wilayah: Manajemen Stok Sampah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 WILAYAH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14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Inventarisasi Bahan Baku Daur Ulang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Setiap sampah yang disetujui otomatis menambah persediaan stok sampah wilayah.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Pengelompokan Stok per Jenis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Pantau ketersediaan berat (kg) bahan baku untuk Plastik Botol, Kardus Bekas, Kaleng Aluminium, &amp; Kaca.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Kesiapan Bahan untuk Produksi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Pastikan stok sampah mencukupi syarat batas minimum sebelum mengeksekusi resep daur ulang.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Pencegahan Defisit Bahan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Monitoring secara berkala mencegah kegagalan eksekusi produksi akibat kekurangan bahan baku di gudang.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Stok sampah dihitung secara riil dari akumulasi penyetoran warga yang telah diverifikasi valid oleh 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https://recyclefy.com/app/13_admin_stok_sampah</a:t>
            </a:r>
          </a:p>
        </p:txBody>
      </p:sp>
      <p:pic>
        <p:nvPicPr>
          <p:cNvPr id="15" name="Picture 14" descr="13_admin_stok_samp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Manajemen Stok Sampah Wilayah (/admin/stok-sampah)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Admin Wilayah: Produksi Barang Daur Ulang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 WILAYAH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15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Konversi Bahan Sampah Menjadi Produk Jadi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Proses pengolahan sampah menjadi barang bernilai tambah tinggi berbasis Resep.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Pemilihan Resep Produk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Pilih jenis barang yang akan diproduksi (misal: Tas Belanja Eco) dari daftar resep terstandarisasi Pusat.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Input Jumlah Target Produksi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Tentukan kuantitas unit produk yang dibuat. Sistem akan mengalkulasi total kebutuhan bahan sampah secara otomatis.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Otomatisasi Potong Stok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Saat produksi berhasil disimpan, stok sampah terpakai di gudang wilayah otomatis berkurang presisi sesuai resep.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Jika stok bahan sampah kurang dari komposisi resep, sistem akan menampilkan peringatan stok tidak mencukupi.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https://recyclefy.com/app/14_admin_produksi</a:t>
            </a:r>
          </a:p>
        </p:txBody>
      </p:sp>
      <p:pic>
        <p:nvPicPr>
          <p:cNvPr id="15" name="Picture 14" descr="14_admin_produk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Form Eksekusi Produksi Barang (/admin/produksi)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Admin Wilayah: Pengiriman Barang ke Pusat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 WILAYAH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16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Distribusi Produk Jadi ke Toko Pusat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Admin Wilayah mengajukan pengiriman barang daur ulang hasil olahan ke Gudang Pusat.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Pembuatan Surat Kiriman Barang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Pilih produk daur ulang yang siap dikirim dan tentukan jumlah unit barang yang akan didistribusikan.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Status MENUNGGU_KONFIRMASI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Pengajuan pengiriman tersimpan dan menunggu pemeriksaan penerimaan dari Super Admin Pusat.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Konfirmasi &amp; Tambah Stok Pusat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Setelah Super Admin menyetujui kiriman, stok barang di Toko Daur Ulang Pusat otomatis bertambah dan siap dijual.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Lampirkan catatan nomor resi / ekspedisi pengiriman regional untuk mempermudah lacak fisik oleh Super 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https://recyclefy.com/app/15_admin_barang_produksi</a:t>
            </a:r>
          </a:p>
        </p:txBody>
      </p:sp>
      <p:pic>
        <p:nvPicPr>
          <p:cNvPr id="15" name="Picture 14" descr="15_admin_barang_produk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Kelola Kiriman Produk ke Pusat (/admin/barang-produksi)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Super Admin: Executive Dashboard &amp; Analytics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17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Monitoring Transparan Ekosistem Nasional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Super Admin mengawasi seluruh aktivitas operasional platform Recyclefy secara menyeluruh.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Metrik Total Sampah Terkumpul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Analisis akumulasi total berat sampah (kg) dari seluruh wilayah depo penampungan di Indonesia.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Statistik Koin Beredar &amp; Transaksi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Pantau perputaran saldo koin masyarakat serta volume transaksi penukaran barang di Toko Daur Ulang.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Overview Kinerja Wilayah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Bandingkan performa penerimaan sampah dan efisiensi produksi antar Admin Depo Wilayah.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Gunakan dashboard eksekutif ini untuk mengevaluasi dampak lingkungan dan membuat keputusan strategis ekspansi wilayah.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https://recyclefy.com/app/17_super_dashboard</a:t>
            </a:r>
          </a:p>
        </p:txBody>
      </p:sp>
      <p:pic>
        <p:nvPicPr>
          <p:cNvPr id="15" name="Picture 14" descr="17_sup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Dashboard Analytics Super Admin (/superadmin/dashboard)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Super Admin: Kelola Wilayah &amp; Master Sampah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18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Manajemen Master Data Operasional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Pengaturan lokasi operasional depo dan penetapan jenis sampah serta tarif koin.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Manajemen Wilayah Depo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Tambah wilayah operasional baru (misal: Kemayoran, Cempaka Putih) agar dapat dipilih warga saat setor.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Pengaturan Master Jenis Sampah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Kelola daftar kategori sampah (Plastik, Kertas, Logam, Kaca) lengkap dengan deskripsi dan gambar sampel.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Penetapan Tarif Poin Koin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Tentukan besaran poin koin reward yang diberikan per unit/kg penyetoran untuk masing-masing jenis sampah.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Penyesuaian tarif poin koin per kg dapat disesuaikan berkala mengikuti nilai fluktuasi pasar daur ulang material.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https://recyclefy.com/app/19_super_kelola_sampah</a:t>
            </a:r>
          </a:p>
        </p:txBody>
      </p:sp>
      <p:pic>
        <p:nvPicPr>
          <p:cNvPr id="15" name="Picture 14" descr="19_super_kelola_samp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Kelola Master Jenis Sampah (/superadmin/kelola-sampah)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Super Admin: Formulasi Resep Daur Ulang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19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Standarisasi Formula Produk Eco-Friendly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Formulasi standar resep produk yang menjadi pedoman produksi seluruh Admin Wilayah.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Pembuatan Resep Produk Baru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Input Nama Produk Daur Ulang (misal: Pot Kerajinan Botol), deskripsi, foto produk, dan penetapan harga koin toko.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Penentuan Bahan Baku Sampah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Komposisikan jenis sampah yang dibutuhkan beserta kuantitasnya (misal: 5 unit Plastik Botol per 1 unit Pot).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Validasi Rasio Produksi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Resep yang dibuat Super Admin secara otomatis menjadi acuan pemotongan stok bahan baku di seluruh Depo Wilayah.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Formulasi resep yang presisi menjamin kualitas standar produk daur ulang yang dijual di seluruh Indonesia.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https://recyclefy.com/app/20_super_kelola_resep</a:t>
            </a:r>
          </a:p>
        </p:txBody>
      </p:sp>
      <p:pic>
        <p:nvPicPr>
          <p:cNvPr id="15" name="Picture 14" descr="20_super_kelola_res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Formulir Kelola Resep Daur Ulang (/superadmin/kelola-resep)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Super Admin: Manajemen Stok Pusat &amp; Kiriman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20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Verifikasi Pasokan Gudang Toko Pusat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Pemeriksaan kiriman fisik produk dari Admin Wilayah dan pembaruan stok toko.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Pemeriksaan Pengajuan Kiriman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Lihat rincian barang daur ulang yang dikirimkan oleh Admin Wilayah beserta catatan pengirimannya.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Persetujuan / Approval Kiriman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Tekan 'Setujui Kiriman' setelah fisik barang sampai di Gudang Pusat. Stok toko daur ulang otomatis bertambah.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Monitoring Inventaris Toko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Super Admin dapat melakukan penyesuaian (*manual override*) stok barang di Toko Pusat jika terjadi selisih opname.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Hanya produk yang telah disetujui kirimannya oleh Super Admin yang akan tampil dan dapat dibeli warga di Toko Daur Ulang.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https://recyclefy.com/app/21_super_manajemen_stok</a:t>
            </a:r>
          </a:p>
        </p:txBody>
      </p:sp>
      <p:pic>
        <p:nvPicPr>
          <p:cNvPr id="15" name="Picture 14" descr="20_super_kelola_res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Manajemen Stok Toko &amp; Konfirmasi Kiriman (/superadmin/manajemen-stok)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Super Admin: Pengelolaan Transaksi Toko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21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Pemrosesan &amp; Pembaruan Status Pesanan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Super Admin mengelola pemenuhan pesanan produk yang dibeli warga menggunakan koin.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Verifikasi Pesanan Masuk (DIPESAN)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Memeriksa ketersediaan barang dan detail alamat pengiriman penerima barang.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Pembaruan Status Pengiriman (DIKIRIM)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Mengubah status menjadi DIKIRIM dan menyerahkan paket produk kepada kurir ekspedisi.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Konfirmasi Penyelesaian (SELESAI)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Mengonfirmasi pesanan telah sampai dan diterima dengan baik oleh pembeli.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Jika terjadi kendala pengiriman, Super Admin dapat membatalkan transaksi dan merefund koin pengguna secara aman.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https://recyclefy.com/app/22_super_riwayat_transaksi</a:t>
            </a:r>
          </a:p>
        </p:txBody>
      </p:sp>
      <p:pic>
        <p:nvPicPr>
          <p:cNvPr id="15" name="Picture 14" descr="20_super_kelola_res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Daftar Transaksi Pembelian Toko (/superadmin/riwayat-transaksi)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 Super Admin: Kelola Pengguna &amp; Hak Akses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22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4D3E"/>
                </a:solidFill>
              </a:defRPr>
            </a:pPr>
            <a:r>
              <a:t>Pengawasan Akun &amp; Penugasan Depo Wilayah</a:t>
            </a:r>
          </a:p>
          <a:p>
            <a:pPr>
              <a:spcAft>
                <a:spcPts val="1000"/>
              </a:spcAft>
              <a:defRPr sz="1100">
                <a:solidFill>
                  <a:srgbClr val="50645A"/>
                </a:solidFill>
              </a:defRPr>
            </a:pPr>
            <a:r>
              <a:t>Super Admin memiliki wewenang mengelola peran dan lokasi tugas seluruh pengguna.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1: Daftar Manajemen Pengguna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Lihat seluruh daftar akun terdaftar (USER, ADMIN, SUPER_ADMIN) beserta status saldo koin dan kontak.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2: Penetapan Role Admin Wilayah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Mengangkat pengguna menjadi ADMIN Wilayah dan menugaskannya pada lokasi Depo Wilayah spesifik.</a:t>
            </a:r>
          </a:p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</a:defRPr>
            </a:pPr>
            <a:r>
              <a:t>Langkah 3: Reset Security &amp; Manajemen Koin</a:t>
            </a:r>
          </a:p>
          <a:p>
            <a:pPr>
              <a:spcAft>
                <a:spcPts val="800"/>
              </a:spcAft>
              <a:defRPr sz="1100">
                <a:solidFill>
                  <a:srgbClr val="0F291E"/>
                </a:solidFill>
              </a:defRPr>
            </a:pPr>
            <a:r>
              <a:t>   • Membantu menangani pemulihan akun atau penyesuaian audit saldo koin pengguna jika terjadi kendala teknis.</a:t>
            </a:r>
          </a:p>
          <a:p>
            <a:pPr>
              <a:spcBef>
                <a:spcPts val="800"/>
              </a:spcBef>
              <a:defRPr sz="1050" b="1">
                <a:solidFill>
                  <a:srgbClr val="1B4D3E"/>
                </a:solidFill>
              </a:defRPr>
            </a:pPr>
            <a:r>
              <a:t>💡 TIPS &amp; CATATAN: Pastikan setiap Admin Wilayah ditugaskan ke wilayah yang tepat agar data laporan penyetoran terisolasi dengan aman.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7160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137160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37160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https://recyclefy.com/app/23_super_user</a:t>
            </a:r>
          </a:p>
        </p:txBody>
      </p:sp>
      <p:pic>
        <p:nvPicPr>
          <p:cNvPr id="15" name="Picture 14" descr="20_super_kelola_res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943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📸 Tangkapan Layar: Manajemen User &amp; Penugasan Role (/superadmin/user)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Panduan Troubleshooting &amp; FAQ (Tanya Jawab)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DUKUNGAN TEKNIS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23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❓ Pertanyaan Sering Diajukan &amp; Solusi Masalah Teknis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Q1: Mengapa laporan penyetoran sampah saya ditolak oleh Admin Wilayah?</a:t>
            </a:r>
          </a:p>
          <a:p>
            <a:pPr>
              <a:spcAft>
                <a:spcPts val="800"/>
              </a:spcAft>
              <a:defRPr sz="1050">
                <a:solidFill>
                  <a:srgbClr val="0F291E"/>
                </a:solidFill>
              </a:defRPr>
            </a:pPr>
            <a:r>
              <a:t>    A1: Laporan ditolak jika foto sampah tidak jelas, kondisi sampah kotor/bercampur bahan berbahaya, atau lokasi fisik sampah berada di luar wilayah jangkauan Depo.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Q2: Berapa lama waktu yang dibutuhkan hingga Koin bertambah di saldo akun?</a:t>
            </a:r>
          </a:p>
          <a:p>
            <a:pPr>
              <a:spcAft>
                <a:spcPts val="800"/>
              </a:spcAft>
              <a:defRPr sz="1050">
                <a:solidFill>
                  <a:srgbClr val="0F291E"/>
                </a:solidFill>
              </a:defRPr>
            </a:pPr>
            <a:r>
              <a:t>    A2: Koin akan otomatis bertambah detik itu juga setelah Admin Wilayah menekan tombol 'Setujui' pada halaman verifikasi riwayat sampah.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Q3: Mengapa tombol 'Tukar Produk' di Toko Daur Ulang tidak bisa diklik?</a:t>
            </a:r>
          </a:p>
          <a:p>
            <a:pPr>
              <a:spcAft>
                <a:spcPts val="800"/>
              </a:spcAft>
              <a:defRPr sz="1050">
                <a:solidFill>
                  <a:srgbClr val="0F291E"/>
                </a:solidFill>
              </a:defRPr>
            </a:pPr>
            <a:r>
              <a:t>    A3: Hal ini terjadi jika Saldo Koin Anda kurang dari harga koin produk, atau stok produk di Gudang Pusat sedang habis (Stok = 0).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Q4: Apakah Admin Wilayah dapat memproduksi barang tanpa resep Super Admin?</a:t>
            </a:r>
          </a:p>
          <a:p>
            <a:pPr>
              <a:spcAft>
                <a:spcPts val="800"/>
              </a:spcAft>
              <a:defRPr sz="1050">
                <a:solidFill>
                  <a:srgbClr val="0F291E"/>
                </a:solidFill>
              </a:defRPr>
            </a:pPr>
            <a:r>
              <a:t>    A4: Tidak bisa. Seluruh kegiatan produksi wajib menggunakan Resep Daur Ulang yang telah diformulasikan oleh Super Admin Pusat untuk menjaga konsistensi persentase stok.</a:t>
            </a:r>
          </a:p>
          <a:p>
            <a:pPr>
              <a:defRPr sz="1150" b="1">
                <a:solidFill>
                  <a:srgbClr val="2E7D32"/>
                </a:solidFill>
              </a:defRPr>
            </a:pPr>
            <a:r>
              <a:t>Q5: Ke mana saya dapat menghubungi bantuan jika mengalami kendala transaksi?</a:t>
            </a:r>
          </a:p>
          <a:p>
            <a:pPr>
              <a:spcAft>
                <a:spcPts val="800"/>
              </a:spcAft>
              <a:defRPr sz="1050">
                <a:solidFill>
                  <a:srgbClr val="0F291E"/>
                </a:solidFill>
              </a:defRPr>
            </a:pPr>
            <a:r>
              <a:t>    A5: Anda dapat menghubungi tim support Recyclefy melalui email support@recyclefy.com atau via kontak Helpdesk Admin Depo Wilayah terdekat.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Kesimpulan &amp; Dampak Lingkungan (Eco Impact)</a:t>
            </a:r>
          </a:p>
          <a:p>
            <a:pPr>
              <a:defRPr sz="1000">
                <a:solidFill>
                  <a:srgbClr val="A5D6A7"/>
                </a:solidFill>
                <a:latin typeface="Arial"/>
              </a:defRPr>
            </a:pPr>
            <a:r>
              <a:t>RECYCLEFY USER MANUAL  |  Sistem Pengelolaan Sampah &amp; Daur Ulang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645A"/>
                </a:solidFill>
              </a:defRPr>
            </a:pPr>
            <a:r>
              <a:t>Recyclefy © 2026 - Panduan Pengguna Resmi Pengelolaan Sampah &amp; Daur Ulang</a:t>
            </a:r>
          </a:p>
          <a:p>
            <a:pPr algn="r">
              <a:defRPr sz="900" b="1">
                <a:solidFill>
                  <a:srgbClr val="2E7D32"/>
                </a:solidFill>
              </a:defRPr>
            </a:pPr>
            <a:r>
              <a:t>Slide 24 dari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B4D3E"/>
                </a:solidFill>
              </a:defRPr>
            </a:pPr>
            <a:r>
              <a:t>🌱 Dampak Positif Ekosistem Recyclefy</a:t>
            </a:r>
          </a:p>
          <a:p>
            <a:pPr>
              <a:defRPr sz="1200" b="1">
                <a:solidFill>
                  <a:srgbClr val="2E7D32"/>
                </a:solidFill>
              </a:defRPr>
            </a:pPr>
            <a:r>
              <a:t>• Pengurangan Beban Sampah TPA</a:t>
            </a:r>
          </a:p>
          <a:p>
            <a:pPr>
              <a:spcAft>
                <a:spcPts val="800"/>
              </a:spcAft>
              <a:defRPr sz="1050">
                <a:solidFill>
                  <a:srgbClr val="0F291E"/>
                </a:solidFill>
              </a:defRPr>
            </a:pPr>
            <a:r>
              <a:t>  Mencegah tonan sampah anorganik berakhir di tempat pembuangan akhir melalui pemilahan sejak dari sumbernya.</a:t>
            </a:r>
          </a:p>
          <a:p>
            <a:pPr>
              <a:defRPr sz="1200" b="1">
                <a:solidFill>
                  <a:srgbClr val="2E7D32"/>
                </a:solidFill>
              </a:defRPr>
            </a:pPr>
            <a:r>
              <a:t>• Pengurangan Emisi Karbon (CO2)</a:t>
            </a:r>
          </a:p>
          <a:p>
            <a:pPr>
              <a:spcAft>
                <a:spcPts val="800"/>
              </a:spcAft>
              <a:defRPr sz="1050">
                <a:solidFill>
                  <a:srgbClr val="0F291E"/>
                </a:solidFill>
              </a:defRPr>
            </a:pPr>
            <a:r>
              <a:t>  Mendukung daur ulang material plastik &amp; alumunium yang menghemat konsumsi energi manufaktur mentah.</a:t>
            </a:r>
          </a:p>
          <a:p>
            <a:pPr>
              <a:defRPr sz="1200" b="1">
                <a:solidFill>
                  <a:srgbClr val="2E7D32"/>
                </a:solidFill>
              </a:defRPr>
            </a:pPr>
            <a:r>
              <a:t>• Pemberdayaan Ekonomi Sirkular</a:t>
            </a:r>
          </a:p>
          <a:p>
            <a:pPr>
              <a:spcAft>
                <a:spcPts val="800"/>
              </a:spcAft>
              <a:defRPr sz="1050">
                <a:solidFill>
                  <a:srgbClr val="0F291E"/>
                </a:solidFill>
              </a:defRPr>
            </a:pPr>
            <a:r>
              <a:t>  Memberikan nilai insentif ekonomi nyata (Koin) bagi warga serta membuka lapangan kerja pengolahan daur ulang daerah.</a:t>
            </a:r>
          </a:p>
          <a:p>
            <a:pPr>
              <a:defRPr sz="1200" b="1">
                <a:solidFill>
                  <a:srgbClr val="2E7D32"/>
                </a:solidFill>
              </a:defRPr>
            </a:pPr>
            <a:r>
              <a:t>• Edukasi Kesadaran Lingkungan</a:t>
            </a:r>
          </a:p>
          <a:p>
            <a:pPr>
              <a:spcAft>
                <a:spcPts val="800"/>
              </a:spcAft>
              <a:defRPr sz="1050">
                <a:solidFill>
                  <a:srgbClr val="0F291E"/>
                </a:solidFill>
              </a:defRPr>
            </a:pPr>
            <a:r>
              <a:t>  Mendorong gaya hidup green living dan keberlanjutan lingkungan hidup bagi generasi mendatang.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5029200"/>
          </a:xfrm>
          <a:prstGeom prst="round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>
              <a:spcAft>
                <a:spcPts val="2400"/>
              </a:spcAft>
              <a:defRPr sz="1400">
                <a:solidFill>
                  <a:srgbClr val="A5D6A7"/>
                </a:solidFill>
              </a:defRPr>
            </a:pPr>
            <a:r>
              <a:t>Bersama Recyclefy, Mari Wujudkan Indonesia Bebas Sampah Melalui Inovasi Daur Ulang Terpadu!</a:t>
            </a:r>
          </a:p>
          <a:p>
            <a:pPr>
              <a:spcAft>
                <a:spcPts val="2000"/>
              </a:spcAft>
              <a:defRPr sz="1150">
                <a:solidFill>
                  <a:srgbClr val="FFFFFF"/>
                </a:solidFill>
              </a:defRPr>
            </a:pPr>
            <a:r>
              <a:t>📧 Email Support: support@recyclefy.com</a:t>
            </a:r>
            <a:br/>
            <a:r>
              <a:t>🌐 Website: https://recyclefy.com</a:t>
            </a:r>
            <a:br/>
            <a:r>
              <a:t>📍 Repositori GitHub: github.com/zegow8/recyclefy</a:t>
            </a:r>
          </a:p>
          <a:p>
            <a:pPr>
              <a:defRPr sz="950">
                <a:solidFill>
                  <a:srgbClr val="A5D6A7"/>
                </a:solidFill>
              </a:defRPr>
            </a:pPr>
            <a:r>
              <a:t>Dokumen User Manual ini disusun secara otomatis &amp; diverifikasi sesuai standar operasional Recyclefy v0.1.0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